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4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4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4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8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8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4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8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1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7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40ABC-7855-46C0-8582-84D7D1CE2AE8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2E796-CA28-4B6D-ADDA-65F9EEDF3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526" y="67701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 ID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Arrow Connector 10"/>
          <p:cNvCxnSpPr>
            <a:stCxn id="4" idx="3"/>
          </p:cNvCxnSpPr>
          <p:nvPr/>
        </p:nvCxnSpPr>
        <p:spPr>
          <a:xfrm flipV="1">
            <a:off x="1578218" y="151227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20057" y="672613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Protected context + unique canary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/>
          <p:cNvCxnSpPr>
            <a:stCxn id="24" idx="3"/>
          </p:cNvCxnSpPr>
          <p:nvPr/>
        </p:nvCxnSpPr>
        <p:spPr>
          <a:xfrm flipV="1">
            <a:off x="3714749" y="1507881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356588" y="67701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Localized attack objective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/>
          <p:cNvCxnSpPr>
            <a:stCxn id="26" idx="3"/>
          </p:cNvCxnSpPr>
          <p:nvPr/>
        </p:nvCxnSpPr>
        <p:spPr>
          <a:xfrm flipV="1">
            <a:off x="5851280" y="151227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629650" y="67701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Exact-canary detector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Arrow Connector 28"/>
          <p:cNvCxnSpPr>
            <a:stCxn id="28" idx="3"/>
          </p:cNvCxnSpPr>
          <p:nvPr/>
        </p:nvCxnSpPr>
        <p:spPr>
          <a:xfrm flipV="1">
            <a:off x="10124342" y="151227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493119" y="67701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LLM response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/>
          <p:cNvCxnSpPr>
            <a:stCxn id="30" idx="3"/>
          </p:cNvCxnSpPr>
          <p:nvPr/>
        </p:nvCxnSpPr>
        <p:spPr>
          <a:xfrm flipV="1">
            <a:off x="7987811" y="151227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770578" y="668216"/>
            <a:ext cx="1340825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Attack Success / No Disclosure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526" y="384502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Prompt ID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Arrow Connector 35"/>
          <p:cNvCxnSpPr>
            <a:stCxn id="35" idx="3"/>
          </p:cNvCxnSpPr>
          <p:nvPr/>
        </p:nvCxnSpPr>
        <p:spPr>
          <a:xfrm flipV="1">
            <a:off x="1578218" y="468028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220057" y="3840623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Protected context + unique canary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>
          <a:xfrm flipV="1">
            <a:off x="3714749" y="4675891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356588" y="384502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Benign request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Arrow Connector 39"/>
          <p:cNvCxnSpPr>
            <a:stCxn id="39" idx="3"/>
          </p:cNvCxnSpPr>
          <p:nvPr/>
        </p:nvCxnSpPr>
        <p:spPr>
          <a:xfrm flipV="1">
            <a:off x="5851280" y="468028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629650" y="384502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Exact-canary detector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Arrow Connector 41"/>
          <p:cNvCxnSpPr>
            <a:stCxn id="41" idx="3"/>
          </p:cNvCxnSpPr>
          <p:nvPr/>
        </p:nvCxnSpPr>
        <p:spPr>
          <a:xfrm flipV="1">
            <a:off x="10124342" y="468028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493119" y="3845020"/>
            <a:ext cx="1494692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LLM response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Straight Arrow Connector 43"/>
          <p:cNvCxnSpPr>
            <a:stCxn id="43" idx="3"/>
          </p:cNvCxnSpPr>
          <p:nvPr/>
        </p:nvCxnSpPr>
        <p:spPr>
          <a:xfrm flipV="1">
            <a:off x="7987811" y="4680288"/>
            <a:ext cx="641839" cy="4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0770578" y="3836226"/>
            <a:ext cx="1340825" cy="1679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Benign Leak / No Disclosure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7600" y="206594"/>
            <a:ext cx="889987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Attack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9129" y="3374604"/>
            <a:ext cx="96693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0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2026-08-22T14:41:34Z</dcterms:created>
  <dcterms:modified xsi:type="dcterms:W3CDTF">2026-08-22T15:05:37Z</dcterms:modified>
</cp:coreProperties>
</file>
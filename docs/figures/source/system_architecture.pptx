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73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457200"/>
            <a:ext cx="11521440" cy="987552"/>
          </a:xfrm>
          <a:prstGeom prst="roundRect">
            <a:avLst>
              <a:gd name="adj" fmla="val 3000"/>
            </a:avLst>
          </a:prstGeom>
          <a:solidFill>
            <a:srgbClr val="E6E9EE"/>
          </a:solidFill>
          <a:ln w="1524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0040" y="457200"/>
            <a:ext cx="1920240" cy="987552"/>
          </a:xfrm>
          <a:prstGeom prst="rect">
            <a:avLst/>
          </a:prstGeom>
          <a:solidFill>
            <a:srgbClr val="3A67B8"/>
          </a:solidFill>
          <a:ln w="12700">
            <a:solidFill>
              <a:srgbClr val="27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Benchmark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04872" y="585216"/>
            <a:ext cx="4553712" cy="73152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524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 dirty="0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Benchmark Manager</a:t>
            </a:r>
          </a:p>
          <a:p>
            <a:pPr algn="ctr"/>
            <a:r>
              <a:rPr sz="1150" dirty="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 frozen </a:t>
            </a:r>
            <a:r>
              <a:rPr sz="1150" dirty="0" err="1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AlignSec</a:t>
            </a:r>
            <a:r>
              <a:rPr sz="1150" dirty="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v4 benchmark,
protected contexts and canary IDs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950976"/>
            <a:ext cx="0" cy="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23176" y="585216"/>
            <a:ext cx="4553712" cy="73152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524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 dirty="0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</a:t>
            </a:r>
            <a:r>
              <a:rPr lang="en-US" sz="1600" b="1" dirty="0" smtClean="0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Metadata </a:t>
            </a:r>
            <a:r>
              <a:rPr sz="1600" b="1" dirty="0" smtClean="0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Catalog</a:t>
            </a:r>
            <a:endParaRPr sz="1600" b="1" dirty="0">
              <a:solidFill>
                <a:srgbClr val="14141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150" dirty="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 attack/benign prompt types,
language labels and evaluation metadata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783080"/>
            <a:ext cx="11521440" cy="987552"/>
          </a:xfrm>
          <a:prstGeom prst="roundRect">
            <a:avLst>
              <a:gd name="adj" fmla="val 3000"/>
            </a:avLst>
          </a:prstGeom>
          <a:solidFill>
            <a:srgbClr val="E6E9EE"/>
          </a:solidFill>
          <a:ln w="1524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1920240" cy="987552"/>
          </a:xfrm>
          <a:prstGeom prst="rect">
            <a:avLst/>
          </a:prstGeom>
          <a:solidFill>
            <a:srgbClr val="3A67B8"/>
          </a:solidFill>
          <a:ln w="12700">
            <a:solidFill>
              <a:srgbClr val="27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 Prompting &amp;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4872" y="1911096"/>
            <a:ext cx="2980944" cy="73152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524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 dirty="0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Constructor</a:t>
            </a:r>
          </a:p>
          <a:p>
            <a:pPr algn="ctr"/>
            <a:r>
              <a:rPr sz="1150" dirty="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Assemble prompt ID, protected context,
canary and attack/benign 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2276856"/>
            <a:ext cx="0" cy="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50408" y="1911096"/>
            <a:ext cx="2980944" cy="73152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524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Interface</a:t>
            </a:r>
          </a:p>
          <a:p>
            <a:pPr algn="ctr"/>
            <a:r>
              <a:rPr sz="115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each instruction-tuned LLM using
fixed inference settings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2276856"/>
            <a:ext cx="0" cy="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95944" y="1911096"/>
            <a:ext cx="2980944" cy="73152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524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 Logger</a:t>
            </a:r>
          </a:p>
          <a:p>
            <a:pPr algn="ctr"/>
            <a:r>
              <a:rPr sz="115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 response, model/prompt ID,
language, canary and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108960"/>
            <a:ext cx="11521440" cy="987552"/>
          </a:xfrm>
          <a:prstGeom prst="roundRect">
            <a:avLst>
              <a:gd name="adj" fmla="val 3000"/>
            </a:avLst>
          </a:prstGeom>
          <a:solidFill>
            <a:srgbClr val="E6E9EE"/>
          </a:solidFill>
          <a:ln w="1524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" y="3108960"/>
            <a:ext cx="1920240" cy="987552"/>
          </a:xfrm>
          <a:prstGeom prst="rect">
            <a:avLst/>
          </a:prstGeom>
          <a:solidFill>
            <a:srgbClr val="3A67B8"/>
          </a:solidFill>
          <a:ln w="12700">
            <a:solidFill>
              <a:srgbClr val="27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 Detection &amp; Eligibility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4872" y="3236976"/>
            <a:ext cx="4553712" cy="73152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524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Leakage Detector</a:t>
            </a:r>
          </a:p>
          <a:p>
            <a:pPr algn="ctr"/>
            <a:r>
              <a:rPr sz="115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Minimal normalization + exact assigned-
canary containment check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3602736"/>
            <a:ext cx="0" cy="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23176" y="3236976"/>
            <a:ext cx="4553712" cy="73152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524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 dirty="0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Eligibility Screen</a:t>
            </a:r>
          </a:p>
          <a:p>
            <a:pPr algn="ctr"/>
            <a:r>
              <a:rPr sz="1150" dirty="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 attack vs benign outcomes and
require 0 benign leaks </a:t>
            </a:r>
            <a:r>
              <a:rPr lang="en-US" sz="1150" smtClean="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150" smtClean="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" smtClean="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sz="1150" smtClean="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invalid </a:t>
            </a:r>
            <a:r>
              <a:rPr sz="1150" dirty="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434840"/>
            <a:ext cx="11521440" cy="987552"/>
          </a:xfrm>
          <a:prstGeom prst="roundRect">
            <a:avLst>
              <a:gd name="adj" fmla="val 3000"/>
            </a:avLst>
          </a:prstGeom>
          <a:solidFill>
            <a:srgbClr val="E6E9EE"/>
          </a:solidFill>
          <a:ln w="15240">
            <a:solidFill>
              <a:srgbClr val="788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" y="4434840"/>
            <a:ext cx="1920240" cy="987552"/>
          </a:xfrm>
          <a:prstGeom prst="rect">
            <a:avLst/>
          </a:prstGeom>
          <a:solidFill>
            <a:srgbClr val="3A67B8"/>
          </a:solidFill>
          <a:ln w="12700">
            <a:solidFill>
              <a:srgbClr val="27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 Analysis &amp; Reproducibility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04872" y="4562856"/>
            <a:ext cx="2980944" cy="73152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524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 Analyzer</a:t>
            </a:r>
          </a:p>
          <a:p>
            <a:pPr algn="ctr"/>
            <a:r>
              <a:rPr sz="115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ASR, benign leak rate,
robustness, CLIRS and category ASR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4928616"/>
            <a:ext cx="0" cy="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550408" y="4562856"/>
            <a:ext cx="2980944" cy="73152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524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Statistical Engine</a:t>
            </a:r>
          </a:p>
          <a:p>
            <a:pPr algn="ctr"/>
            <a:r>
              <a:rPr sz="115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Wilson CIs, paired McNemar,
FDR, bootstrap and sign-flip 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0" y="4928616"/>
            <a:ext cx="0" cy="0"/>
          </a:xfrm>
          <a:prstGeom prst="line">
            <a:avLst/>
          </a:prstGeom>
          <a:ln w="19050"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695944" y="4562856"/>
            <a:ext cx="2980944" cy="73152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5240">
            <a:solidFill>
              <a:srgbClr val="6E7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600" b="1">
                <a:solidFill>
                  <a:srgbClr val="1414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Artifact Exporter</a:t>
            </a:r>
          </a:p>
          <a:p>
            <a:pPr algn="ctr"/>
            <a:r>
              <a:rPr sz="1150">
                <a:solidFill>
                  <a:srgbClr val="5660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figures, tables, notebooks,
provenance, checksums and manifests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213458"/>
            <a:ext cx="109728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1">
                <a:solidFill>
                  <a:srgbClr val="4646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Frozen benchmark assets → controlled prompting → deterministic leakage detection → paired statistical analysis → auditable release artifacts</a:t>
            </a:r>
          </a:p>
        </p:txBody>
      </p:sp>
      <p:cxnSp>
        <p:nvCxnSpPr>
          <p:cNvPr id="30" name="Straight Arrow Connector 29"/>
          <p:cNvCxnSpPr>
            <a:stCxn id="3" idx="2"/>
            <a:endCxn id="8" idx="0"/>
          </p:cNvCxnSpPr>
          <p:nvPr/>
        </p:nvCxnSpPr>
        <p:spPr>
          <a:xfrm>
            <a:off x="1280160" y="1444752"/>
            <a:ext cx="0" cy="338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2"/>
            <a:endCxn id="15" idx="0"/>
          </p:cNvCxnSpPr>
          <p:nvPr/>
        </p:nvCxnSpPr>
        <p:spPr>
          <a:xfrm>
            <a:off x="1280160" y="2770632"/>
            <a:ext cx="0" cy="338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5" idx="2"/>
            <a:endCxn id="20" idx="0"/>
          </p:cNvCxnSpPr>
          <p:nvPr/>
        </p:nvCxnSpPr>
        <p:spPr>
          <a:xfrm>
            <a:off x="1280160" y="4096512"/>
            <a:ext cx="0" cy="338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115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Admin</cp:lastModifiedBy>
  <cp:revision>7</cp:revision>
  <dcterms:created xsi:type="dcterms:W3CDTF">2013-01-27T09:14:16Z</dcterms:created>
  <dcterms:modified xsi:type="dcterms:W3CDTF">2026-08-22T15:34:20Z</dcterms:modified>
  <cp:category/>
</cp:coreProperties>
</file>